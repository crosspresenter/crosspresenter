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IdLst>
    <p:sldId id="256" r:id="rId1"/>
    <p:sldId id="257" r:id="rId3"/>
  </p:sldIdLst>
</p:presentation>
</file>

<file path=ppt/_rels/presentation.xml.rels><?xml version="1.0"?>
<Relationships xmlns="http://schemas.openxmlformats.org/package/2006/relationships">
  <Relationship Id="rId1" Type="slide" Target="slides/slide1.xml"/>
  <Relationship Id="rId3" Type="slide" Target="slides/slide2.xml"/>
</Relationships>
</file>

<file path=ppt/slides/_rels/slide1.xml.rels><?xml version="1.0"?>
<Relationships xmlns="http://schemas.openxmlformats.org/package/2006/relationships">
  <Relationship Id="rId2" Type="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BG"/>
        </p:nvSpPr>
        <p:spPr>
          <a:xfrm>
            <a:off x="0" y="0"/>
            <a:ext cx="12192000" cy="6858000"/>
          </a:xfrm>
          <a:solidFill>
            <a:srgbClr val="102040"/>
          </a:solidFill>
        </p:spPr>
      </p:sp>
      <p:sp>
        <p:nvSpPr>
          <p:cNvPr id="3" name="Title"/>
        </p:nvSpPr>
        <p:spPr>
          <a:xfrm>
            <a:off x="914400" y="457200"/>
            <a:ext cx="10363200" cy="1143000"/>
          </a:xfrm>
        </p:spPr>
        <p:txBody>
          <a:bodyPr anchor="ctr"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Welcome</a:t>
            </a:r>
          </a:p>
        </p:txBody>
      </p:sp>
      <p:pic>
        <p:nvPicPr>
          <p:cNvPr id="4" name="Logo"/>
        </p:nvPicPr>
        <p:blipFill>
          <a:blip r:embed="rId2"/>
        </p:blipFill>
        <p:spPr>
          <a:xfrm>
            <a:off x="5486400" y="4572000"/>
            <a:ext cx="1219200" cy="1219200"/>
          </a:xfrm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2B3C"/>
        </a:solidFill>
      </p:bgPr>
    </p:bg>
    <p:spTree>
      <p:sp>
        <p:nvSpPr>
          <p:cNvPr id="2" name="Body"/>
        </p:nvSpPr>
        <p:spPr>
          <a:xfrm>
            <a:off x="914400" y="914400"/>
            <a:ext cx="10363200" cy="5029200"/>
          </a:xfrm>
        </p:spPr>
        <p:txBody>
          <a:bodyPr/>
          <a:p>
            <a:pPr algn="l"/>
            <a:r>
              <a:rPr sz="2400" i="1">
                <a:solidFill>
                  <a:srgbClr val="00C8C8"/>
                </a:solidFill>
              </a:rPr>
              <a:t>Italic line</a:t>
            </a:r>
            <a:br/>
            <a:r>
              <a:rPr sz="2400"/>
              <a:t>Second line</a:t>
            </a:r>
          </a:p>
        </p:txBody>
      </p:sp>
    </p:spTree>
  </p:cSld>
</p:sld>
</file>